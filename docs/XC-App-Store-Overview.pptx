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1F5F9"/>
                </a:solidFill>
                <a:latin typeface="Calibri"/>
              </a:rPr>
              <a:t>XC App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60A5FA"/>
                </a:solidFill>
                <a:latin typeface="Calibri"/>
              </a:rPr>
              <a:t>An F5 Distributed Cloud operations 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Analyze • Audit • Visualize • Automate — 20 tools for managing XC tenants at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334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F1F5F9"/>
                </a:solidFill>
                <a:latin typeface="Calibri"/>
              </a:rPr>
              <a:t>React +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47548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334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F1F5F9"/>
                </a:solidFill>
                <a:latin typeface="Calibri"/>
              </a:rPr>
              <a:t>Vite dev 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7548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0F1722"/>
                </a:solidFill>
                <a:latin typeface="Calibri"/>
              </a:rPr>
              <a:t>F5 XC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75488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0F1722"/>
                </a:solidFill>
                <a:latin typeface="Calibri"/>
              </a:rPr>
              <a:t>Read-only 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Calibri"/>
              </a:rPr>
              <a:t>What is XC App Store?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0A5FA"/>
                </a:solidFill>
                <a:latin typeface="Calibri"/>
              </a:rPr>
              <a:t>A web-based operations console for F5 Distributed Cloud (XC) tenants.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Calibri"/>
              </a:rPr>
              <a:t>Why it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XC Console alone doesn't scale to bulk ops across many LBs.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Common tasks — WAF audits, FP triage, rate-limit tuning — need data-driven tooling.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Teams need read-only analysis tools that are safe to run in production.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Changes need dry-run, diff, and rollback — not raw API calls.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Insights have to leave XC as exportable reports (JSON / CSV / Excel / PDF).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React 18 + TypeScript + Vite + Tailwind single-page app.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Vite dev server doubles as an API proxy — no CORS headaches.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Tenant + API token entered once; stored locally, validated on connect.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All XC calls routed through /api/proxy with adaptive rate-limit handling.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Tools are modular pages under src/pages, each self-contained.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1F5F9"/>
                </a:solidFill>
                <a:latin typeface="Calibri"/>
              </a:rPr>
              <a:t>•  Backup Vault captures restore points for every mutating operation.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Calibri"/>
              </a:rPr>
              <a:t>20 tools —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Grouped by what they do. One detailed slide per tool follows.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1945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2"/>
                </a:solidFill>
                <a:latin typeface="Calibri"/>
              </a:rPr>
              <a:t>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920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API Shield Advisor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FP Analyzer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DDoS Settings Advisor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Rate Limit Advisor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Log Analyzer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352" y="1645920"/>
            <a:ext cx="21945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16352" y="16459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17190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2"/>
                </a:solidFill>
                <a:latin typeface="Calibri"/>
              </a:rPr>
              <a:t>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286000"/>
            <a:ext cx="1920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WAF Status Scanner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Security Auditor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HTTP Sanity Checker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Config Comparator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45920"/>
            <a:ext cx="21945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84064" y="16459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7190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2"/>
                </a:solidFill>
                <a:latin typeface="Calibri"/>
              </a:rPr>
              <a:t>Visualize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286000"/>
            <a:ext cx="1920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Config Viewer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Dependency Map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API Report Dashboard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Property Viewer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Config Dump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6" y="1645920"/>
            <a:ext cx="21945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51776" y="16459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8936" y="17190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2"/>
                </a:solidFill>
                <a:latin typeface="Calibri"/>
              </a:rPr>
              <a:t>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2286000"/>
            <a:ext cx="1920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Prefix Builder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HTTP LB Forge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Copy Config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645920"/>
            <a:ext cx="2194560" cy="4572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9488" y="16459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17190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2"/>
                </a:solidFill>
                <a:latin typeface="Calibri"/>
              </a:rPr>
              <a:t>Operate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2286000"/>
            <a:ext cx="192024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Live SOC Room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Load Tester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1F5F9"/>
                </a:solidFill>
                <a:latin typeface="Calibri"/>
              </a:rPr>
              <a:t>›  Time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API Shield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Guided API security assessment. Scans XC config, discovers APIs, profiles traffic, walks you through 90+ security controls with data-driven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Read-only scan across namespaces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90+ API security controls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Data-driven control recommendations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Exec-ready coverage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Select tenant/namespace; pick load balancers to audit.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Control coverage dashboard + prioritized remediation list.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Live SOC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Real-time security operations center. Continuously monitors XC with 23 anomaly detectors, 12 auto-investigation workflows, and live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23 anomaly detectors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12 auto-investigation workflows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Live event stream + dashboards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Incident timelines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Connect tenant; pick namespaces and detector set to enable.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Rolling anomaly feed, active incidents, investigation outputs.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FP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Analyze WAF security events to detect false positives. Reviews signatures, violations, and threat intel with 7-signal scoring.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7-signal false-positive scoring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Signature + violation review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Threat-intel correlation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FP-safe exclusion suggestions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Pick namespace + LB + time range; pull WAF events.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Ranked FP candidates with score breakdown and suggested rules.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Config Dump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Export full configuration for any object type with all child objects. Download as JSON or PDF.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Any object type supported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Deep child-object expansion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JSON and PDF export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Audit-ready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Choose object type, namespace, and object(s) to export.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Structured JSON / PDF dump with all dependent objects.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API Report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API discovery stats, learnt schema parsing, and detailed endpoint report with consolidated Excel export across multiple load balancers.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Discovery stats per LB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Learnt-schema parsing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Endpoint-level detail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Consolidated Excel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Select one or more LBs with API Discovery enabled.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Dashboard tiles + endpoint table + multi-sheet Excel.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DDoS Settings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Analyze traffic patterns to find peak RPS and recommend tuned L7 DDoS protection settings for optimal security hardening.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Peak RPS detection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L7 DDoS setting recommendations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Before/after hardening view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PDF report per LB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Pick LB and analysis window (e.g. 7 days).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Recommended thresholds + PDF report (sample in /docs).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Rate Limit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Analyze 7 days of traffic to find safe rate limits. Combines access logs with security events for data-driven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7-day access log analysis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Sec-event correlation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Per-path recommendations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Safe-default thresholds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Choose LB and path set; run 7-day analysis.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Recommended RPS / burst limits per path with justification.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Config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Interactive map of Load Balancer dependencies and configuration settings.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LB dependency graph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Inline config inspection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Filters + search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Export dependency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Pick a load balancer from the namespace.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Interactive map of routes, pools, policies, WAF, etc.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Dependency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Interactive relationship map of all config objects. Graph, table, tree, and matrix 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Graph / table / tree / matrix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All object types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Orphan-object detection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Click-through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Select namespace; optionally filter by object type.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Four linked views of the full object dependency graph.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Config Comparator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Compare configurations across namespaces or tenants. Detect drift and validate migrations.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Cross-namespace diff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Cross-tenant diff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Field-level drift report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Migration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Pick source + target (namespace or tenant) and object set.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Side-by-side diff with added/removed/changed fields.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HTTP Sanity Checker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Smart comparison (headers, fuzzy body match) between Live (Akamai) vs Spoof (F5).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Header + body comparison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Fuzzy body matching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DNS spoofing to F5 VIP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Bulk URL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Provide URLs and target VIP (spoofed DNS).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Pass/fail per URL with header + body diff.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Prefix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Build IP prefix sets in bulk for firewall and routing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Bulk CIDR ingest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Dedup + validation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Auto-collapse overlapping prefixes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One-click 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Paste / upload CIDR list; pick target namespace.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Created prefix set object ID + membership summary.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WAF Status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Audit WAF modes, exclusion rules, and security status across all load balancers.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WAF mode per LB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Exclusion rule inventory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Security posture summary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CSV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Select namespace(s); run scan.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Table of LBs with mode, exclusions, gaps + CSV export.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Copy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Copy configuration objects across tenants or namespaces. Supports Alert Receivers and Policies.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Cross-tenant copy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Cross-namespace copy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Alert receivers + policies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Dry-run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Pick source object(s), target tenant/namespace.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Preview diff, then create objects in target tenant.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Security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Comprehensive security posture assessment against 30+ best practice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30+ best-practice rules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Severity-weighted score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Per-LB breakdown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PDF report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Select namespace(s) and LB scope; run audit.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Score card + per-rule findings + exportable report.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Property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View any property across all config objects — compare domains, WAF modes, timeouts and more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Any property across objects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Tabular compare view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Filter + sort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CSV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Choose object type + property path (e.g. domains[]).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Flat table of the property's value across all objects.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HTTP LB 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Create multiple HTTP Load Balancers at scale from CSV input.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CSV-driven bulk create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Per-row validation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Dry-run preview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Rollback via backup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Upload CSV with LB name, domains, origin, policies.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Per-row create status + created object IDs.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Log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Analyze access logs with flexible filters. View metrics, distributions, and top values for any field.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Free-form log queries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Top-N field analysis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Distribution charts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CSV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Pick LB, time range, and filter expressions.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Metrics tiles + top-value breakdowns + charts.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Load Tester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Stress test any endpoint with configurable RPS, concurrency, and real-time response time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Configurable RPS + concurrency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Live latency histograms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Error-rate tracking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Standalone (no tenant)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Enter URL, RPS, concurrency, duration.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Live p50/p95/p99 latency + error rate + summary.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Time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Time entry and analytics for operational work against XC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9184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Calibri"/>
              </a:rPr>
              <a:t>Key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834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Quick time entries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Per-project analytics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Weekly summary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1F5F9"/>
                </a:solidFill>
                <a:latin typeface="Calibri"/>
              </a:rPr>
              <a:t>•  CSV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input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Log entries with project, duration, notes.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776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Sample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solidFill>
            <a:srgbClr val="1E293B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4251959"/>
            <a:ext cx="7863840" cy="1874519"/>
          </a:xfrm>
          <a:prstGeom prst="rect">
            <a:avLst/>
          </a:prstGeom>
          <a:noFill/>
        </p:spPr>
        <p:txBody>
          <a:bodyPr wrap="square" anchor="ctr" lIns="100000" rIns="100000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Calibri"/>
              </a:rPr>
              <a:t>Sample output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Calibri"/>
              </a:rPr>
              <a:t>Weekly/monthly rollups with charts.</a:t>
            </a:r>
          </a:p>
          <a:p>
            <a:pPr algn="ctr">
              <a:spcBef>
                <a:spcPts val="1000"/>
              </a:spcBef>
            </a:pPr>
            <a:r>
              <a:rPr sz="900" i="1">
                <a:solidFill>
                  <a:srgbClr val="60A5FA"/>
                </a:solidFill>
                <a:latin typeface="Calibri"/>
              </a:rPr>
              <a:t>[ drop screenshot here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Calibri"/>
              </a:rPr>
              <a:t>Planned / disabled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Stubbed in the Home grid, scoped but not yet implemented.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CDN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Spin up CDN distributions en masse with bulk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Config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Mass-update settings across HTTP LBs (HSTS, API Discovery, etc).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73736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202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Policy Pusher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Deploy service policies fleet-wide across load balancers.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Identity 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Roll out user identification policies everywhere.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918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Threat Toggle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86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Enable/disable Malicious User Detection across all apps.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29184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Log Harvester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862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Extract logs for a given duration for offline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1F5F9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0A5FA"/>
                </a:solidFill>
                <a:latin typeface="Calibri"/>
              </a:rPr>
              <a:t>github.com/kheteswar/xc-app-store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Built for F5 XC operators — analyze, audit, and automate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XC App Store — Overview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